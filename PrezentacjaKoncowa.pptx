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96" d="100"/>
          <a:sy n="96" d="100"/>
        </p:scale>
        <p:origin x="100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9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53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80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18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63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17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19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14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11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3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19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A0E1773-ABBC-4EDE-936E-E82051F32D21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E2868A6-CA0F-45C3-BBC3-A9F6541B99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277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9344-2D87-1EF8-B7F0-2A3D85390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Prezentacja </a:t>
            </a:r>
            <a:r>
              <a:rPr lang="pl-PL" dirty="0" err="1"/>
              <a:t>koncowa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CC2B8-CE0F-ADF1-65AD-B11C3B7E5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Reading </a:t>
            </a:r>
            <a:r>
              <a:rPr lang="pl-PL" dirty="0" err="1"/>
              <a:t>Tracker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079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C8DAA-9038-2DA5-5EA5-CF51ECFFE6C6}"/>
              </a:ext>
            </a:extLst>
          </p:cNvPr>
          <p:cNvSpPr txBox="1"/>
          <p:nvPr/>
        </p:nvSpPr>
        <p:spPr>
          <a:xfrm>
            <a:off x="0" y="58846"/>
            <a:ext cx="689908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Plan i </a:t>
            </a:r>
            <a:r>
              <a:rPr lang="de-DE" dirty="0" err="1"/>
              <a:t>harmonogram</a:t>
            </a:r>
            <a:r>
              <a:rPr lang="de-DE" dirty="0"/>
              <a:t> </a:t>
            </a:r>
            <a:r>
              <a:rPr lang="de-DE" dirty="0" err="1"/>
              <a:t>prac</a:t>
            </a:r>
            <a:endParaRPr lang="de-DE" dirty="0"/>
          </a:p>
          <a:p>
            <a:r>
              <a:rPr lang="de-DE" dirty="0" err="1"/>
              <a:t>Etap</a:t>
            </a:r>
            <a:r>
              <a:rPr lang="de-DE" dirty="0"/>
              <a:t> 1 – Analiza i </a:t>
            </a:r>
            <a:r>
              <a:rPr lang="de-DE" dirty="0" err="1"/>
              <a:t>projekt</a:t>
            </a:r>
            <a:r>
              <a:rPr lang="de-DE" dirty="0"/>
              <a:t> (24.03)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doprecyzowanie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wymagań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nauka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podstaw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technologii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2 – </a:t>
            </a:r>
            <a:r>
              <a:rPr lang="de-DE" dirty="0" err="1"/>
              <a:t>Implementacja</a:t>
            </a:r>
            <a:r>
              <a:rPr lang="de-DE" dirty="0"/>
              <a:t> </a:t>
            </a:r>
            <a:r>
              <a:rPr lang="de-DE" dirty="0" err="1"/>
              <a:t>podstaw</a:t>
            </a:r>
            <a:r>
              <a:rPr lang="de-DE" dirty="0"/>
              <a:t> (14.04)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stworzenie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projektu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aplikacji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ekran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dodawania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książki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ekran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dodawania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postępu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zapisywanie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danych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lokalnie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3 – Logika i </a:t>
            </a:r>
            <a:r>
              <a:rPr lang="de-DE" dirty="0" err="1"/>
              <a:t>statystyki</a:t>
            </a:r>
            <a:r>
              <a:rPr lang="de-DE" dirty="0"/>
              <a:t> (28.04)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obliczanie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statystyk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prezentacja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danych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użytkownikowi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przygotowanie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wersji</a:t>
            </a:r>
            <a:r>
              <a:rPr lang="de-DE" dirty="0">
                <a:solidFill>
                  <a:srgbClr val="00B050"/>
                </a:solidFill>
              </a:rPr>
              <a:t> na </a:t>
            </a:r>
            <a:r>
              <a:rPr lang="de-DE" dirty="0" err="1">
                <a:solidFill>
                  <a:srgbClr val="00B050"/>
                </a:solidFill>
              </a:rPr>
              <a:t>prezentację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śródsemestralną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Kamień</a:t>
            </a:r>
            <a:r>
              <a:rPr lang="de-DE" dirty="0"/>
              <a:t> </a:t>
            </a:r>
            <a:r>
              <a:rPr lang="de-DE" dirty="0" err="1"/>
              <a:t>milowy</a:t>
            </a:r>
            <a:r>
              <a:rPr lang="de-DE" dirty="0"/>
              <a:t> – </a:t>
            </a:r>
            <a:r>
              <a:rPr lang="de-DE" dirty="0" err="1"/>
              <a:t>prezentacja</a:t>
            </a:r>
            <a:r>
              <a:rPr lang="de-DE" dirty="0"/>
              <a:t> </a:t>
            </a:r>
            <a:r>
              <a:rPr lang="de-DE" dirty="0" err="1"/>
              <a:t>śród</a:t>
            </a:r>
            <a:r>
              <a:rPr lang="de-DE" dirty="0"/>
              <a:t> </a:t>
            </a:r>
            <a:r>
              <a:rPr lang="de-DE" dirty="0" err="1"/>
              <a:t>semestralna</a:t>
            </a:r>
            <a:r>
              <a:rPr lang="de-DE" dirty="0"/>
              <a:t> (28.04)</a:t>
            </a: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działający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prototyp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aplikacji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* </a:t>
            </a:r>
            <a:r>
              <a:rPr lang="de-DE" dirty="0" err="1">
                <a:solidFill>
                  <a:srgbClr val="00B050"/>
                </a:solidFill>
              </a:rPr>
              <a:t>podstawowe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funkcjonalności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zaimplementowane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 err="1"/>
              <a:t>Etap</a:t>
            </a:r>
            <a:r>
              <a:rPr lang="de-DE" dirty="0"/>
              <a:t> 4 – </a:t>
            </a:r>
            <a:r>
              <a:rPr lang="de-DE" dirty="0" err="1"/>
              <a:t>Rozszerzenia</a:t>
            </a:r>
            <a:r>
              <a:rPr lang="de-DE" dirty="0"/>
              <a:t> (19.05)</a:t>
            </a:r>
          </a:p>
          <a:p>
            <a:r>
              <a:rPr lang="de-DE" dirty="0">
                <a:solidFill>
                  <a:schemeClr val="accent6"/>
                </a:solidFill>
              </a:rPr>
              <a:t>* </a:t>
            </a:r>
            <a:r>
              <a:rPr lang="de-DE" dirty="0" err="1">
                <a:solidFill>
                  <a:schemeClr val="accent6"/>
                </a:solidFill>
              </a:rPr>
              <a:t>dodanie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wykresów</a:t>
            </a:r>
            <a:endParaRPr lang="de-DE" dirty="0">
              <a:solidFill>
                <a:schemeClr val="accent6"/>
              </a:solidFill>
            </a:endParaRPr>
          </a:p>
          <a:p>
            <a:r>
              <a:rPr lang="de-DE" dirty="0"/>
              <a:t>* </a:t>
            </a:r>
            <a:r>
              <a:rPr lang="de-DE" dirty="0" err="1">
                <a:solidFill>
                  <a:schemeClr val="accent6"/>
                </a:solidFill>
              </a:rPr>
              <a:t>ulepszenie</a:t>
            </a:r>
            <a:r>
              <a:rPr lang="de-DE" dirty="0">
                <a:solidFill>
                  <a:schemeClr val="accent6"/>
                </a:solidFill>
              </a:rPr>
              <a:t> UI</a:t>
            </a:r>
          </a:p>
          <a:p>
            <a:r>
              <a:rPr lang="de-DE" dirty="0"/>
              <a:t>* </a:t>
            </a:r>
            <a:r>
              <a:rPr lang="de-DE" dirty="0" err="1"/>
              <a:t>ewentualne</a:t>
            </a:r>
            <a:r>
              <a:rPr lang="de-DE" dirty="0"/>
              <a:t> </a:t>
            </a:r>
            <a:r>
              <a:rPr lang="de-DE" dirty="0" err="1"/>
              <a:t>funkcje</a:t>
            </a:r>
            <a:r>
              <a:rPr lang="de-DE" dirty="0"/>
              <a:t> </a:t>
            </a:r>
            <a:r>
              <a:rPr lang="de-DE" dirty="0" err="1"/>
              <a:t>opcjonalne</a:t>
            </a:r>
            <a:endParaRPr lang="de-DE" dirty="0"/>
          </a:p>
          <a:p>
            <a:r>
              <a:rPr lang="de-DE" dirty="0" err="1"/>
              <a:t>Etap</a:t>
            </a:r>
            <a:r>
              <a:rPr lang="de-DE" dirty="0"/>
              <a:t> 5 – </a:t>
            </a:r>
            <a:r>
              <a:rPr lang="de-DE" dirty="0" err="1"/>
              <a:t>Finalizacja</a:t>
            </a:r>
            <a:r>
              <a:rPr lang="de-DE" dirty="0"/>
              <a:t> </a:t>
            </a:r>
            <a:r>
              <a:rPr lang="de-DE" dirty="0" err="1"/>
              <a:t>projektu</a:t>
            </a:r>
            <a:r>
              <a:rPr lang="de-DE" dirty="0"/>
              <a:t> (09.06)</a:t>
            </a:r>
          </a:p>
          <a:p>
            <a:r>
              <a:rPr lang="de-DE" dirty="0"/>
              <a:t>* </a:t>
            </a:r>
            <a:r>
              <a:rPr lang="de-DE" dirty="0" err="1">
                <a:solidFill>
                  <a:schemeClr val="accent6"/>
                </a:solidFill>
              </a:rPr>
              <a:t>poprawki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błędów</a:t>
            </a:r>
            <a:endParaRPr lang="de-DE" dirty="0">
              <a:solidFill>
                <a:schemeClr val="accent6"/>
              </a:solidFill>
            </a:endParaRPr>
          </a:p>
          <a:p>
            <a:r>
              <a:rPr lang="de-DE" dirty="0"/>
              <a:t>* </a:t>
            </a:r>
            <a:r>
              <a:rPr lang="de-DE" dirty="0" err="1">
                <a:solidFill>
                  <a:schemeClr val="accent6"/>
                </a:solidFill>
              </a:rPr>
              <a:t>przygotowanie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prezentacji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końcowej</a:t>
            </a:r>
            <a:endParaRPr lang="de-DE" dirty="0">
              <a:solidFill>
                <a:schemeClr val="accent6"/>
              </a:solidFill>
            </a:endParaRPr>
          </a:p>
          <a:p>
            <a:r>
              <a:rPr lang="de-DE" dirty="0"/>
              <a:t>* </a:t>
            </a:r>
            <a:r>
              <a:rPr lang="de-DE" dirty="0" err="1">
                <a:solidFill>
                  <a:schemeClr val="accent6"/>
                </a:solidFill>
              </a:rPr>
              <a:t>uporządkowanie</a:t>
            </a:r>
            <a:r>
              <a:rPr lang="de-DE" dirty="0">
                <a:solidFill>
                  <a:schemeClr val="accent6"/>
                </a:solidFill>
              </a:rPr>
              <a:t> </a:t>
            </a:r>
            <a:r>
              <a:rPr lang="de-DE" dirty="0" err="1">
                <a:solidFill>
                  <a:schemeClr val="accent6"/>
                </a:solidFill>
              </a:rPr>
              <a:t>repozytorium</a:t>
            </a:r>
            <a:r>
              <a:rPr lang="de-DE" dirty="0">
                <a:solidFill>
                  <a:schemeClr val="accent6"/>
                </a:solidFill>
              </a:rPr>
              <a:t> i </a:t>
            </a:r>
            <a:r>
              <a:rPr lang="de-DE" dirty="0" err="1">
                <a:solidFill>
                  <a:schemeClr val="accent6"/>
                </a:solidFill>
              </a:rPr>
              <a:t>dokumentacji</a:t>
            </a:r>
            <a:endParaRPr lang="de-DE" dirty="0">
              <a:solidFill>
                <a:schemeClr val="accent6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3583F-6C82-0E5B-A421-8AE41F6F3C23}"/>
              </a:ext>
            </a:extLst>
          </p:cNvPr>
          <p:cNvCxnSpPr/>
          <p:nvPr/>
        </p:nvCxnSpPr>
        <p:spPr>
          <a:xfrm>
            <a:off x="0" y="4492487"/>
            <a:ext cx="5677231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6505D78-86D2-E969-2AD5-F5F47E55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17" y="290221"/>
            <a:ext cx="2897333" cy="627755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449B86-4E2F-8022-6F7B-1856B04374FF}"/>
              </a:ext>
            </a:extLst>
          </p:cNvPr>
          <p:cNvCxnSpPr/>
          <p:nvPr/>
        </p:nvCxnSpPr>
        <p:spPr>
          <a:xfrm>
            <a:off x="-14577" y="6736080"/>
            <a:ext cx="5677231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03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A7F94D-0B89-0CE8-41CE-C88D20407D65}"/>
              </a:ext>
            </a:extLst>
          </p:cNvPr>
          <p:cNvSpPr txBox="1"/>
          <p:nvPr/>
        </p:nvSpPr>
        <p:spPr>
          <a:xfrm>
            <a:off x="580445" y="500933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Add</a:t>
            </a:r>
            <a:r>
              <a:rPr lang="pl-PL" dirty="0"/>
              <a:t> Reading Progress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6BE18-20D0-BEDF-6BEA-DB599EF2D54F}"/>
              </a:ext>
            </a:extLst>
          </p:cNvPr>
          <p:cNvSpPr txBox="1"/>
          <p:nvPr/>
        </p:nvSpPr>
        <p:spPr>
          <a:xfrm>
            <a:off x="3411950" y="500932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Add</a:t>
            </a:r>
            <a:r>
              <a:rPr lang="pl-PL" dirty="0"/>
              <a:t> </a:t>
            </a:r>
            <a:r>
              <a:rPr lang="pl-PL" dirty="0" err="1"/>
              <a:t>Book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E639E-B98C-7CC6-8F40-53DC960033F1}"/>
              </a:ext>
            </a:extLst>
          </p:cNvPr>
          <p:cNvSpPr txBox="1"/>
          <p:nvPr/>
        </p:nvSpPr>
        <p:spPr>
          <a:xfrm>
            <a:off x="6243455" y="500932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Books</a:t>
            </a:r>
            <a:r>
              <a:rPr lang="pl-PL" dirty="0"/>
              <a:t> List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4982D-0D4C-C837-FE4B-DF6AC829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2" y="1272208"/>
            <a:ext cx="2346858" cy="5084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29FAA1-2364-82B8-B6D9-F35B68C46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282" y="1206612"/>
            <a:ext cx="2377133" cy="51504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1BD0C0-B634-D72F-B512-3EB5802DC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48" y="1206611"/>
            <a:ext cx="2377133" cy="51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4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20370-74AF-7DA3-6EF2-4108006A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89" y="959914"/>
            <a:ext cx="2480808" cy="5375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7A710F-CE4C-9494-3127-F20E70566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02" y="959915"/>
            <a:ext cx="2480809" cy="53750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973925-6815-480E-60FB-8B9EC2FC9A10}"/>
              </a:ext>
            </a:extLst>
          </p:cNvPr>
          <p:cNvSpPr txBox="1"/>
          <p:nvPr/>
        </p:nvSpPr>
        <p:spPr>
          <a:xfrm>
            <a:off x="1109209" y="523000"/>
            <a:ext cx="25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Statistic</a:t>
            </a:r>
            <a:endParaRPr lang="pl-P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50D37-D104-B375-38D8-E797E3A3F5C9}"/>
              </a:ext>
            </a:extLst>
          </p:cNvPr>
          <p:cNvSpPr txBox="1"/>
          <p:nvPr/>
        </p:nvSpPr>
        <p:spPr>
          <a:xfrm>
            <a:off x="5800473" y="522999"/>
            <a:ext cx="191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l-PL" dirty="0" err="1"/>
              <a:t>History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57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133</Words>
  <Application>Microsoft Office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Prezentacja koncowa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Siwiec</dc:creator>
  <cp:lastModifiedBy>Piotr Siwiec</cp:lastModifiedBy>
  <cp:revision>11</cp:revision>
  <dcterms:created xsi:type="dcterms:W3CDTF">2026-04-28T09:38:37Z</dcterms:created>
  <dcterms:modified xsi:type="dcterms:W3CDTF">2026-06-02T11:50:09Z</dcterms:modified>
</cp:coreProperties>
</file>